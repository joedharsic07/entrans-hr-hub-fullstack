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8"/>
  </p:notesMasterIdLst>
  <p:sldIdLst>
    <p:sldId id="256" r:id="rId2"/>
    <p:sldId id="262" r:id="rId17"/>
    <p:sldId id="263" r:id="rId18"/>
    <p:sldId id="264" r:id="rId19"/>
    <p:sldId id="265" r:id="rId20"/>
    <p:sldId id="266" r:id="rId21"/>
    <p:sldId id="267" r:id="rId22"/>
    <p:sldId id="268" r:id="rId23"/>
    <p:sldId id="269" r:id="rId24"/>
    <p:sldId id="270" r:id="rId25"/>
    <p:sldId id="271" r:id="rId26"/>
    <p:sldId id="272" r:id="rId27"/>
  </p:sldIdLst>
  <p:sldSz cx="9144000" cy="5143500" type="screen16x9"/>
  <p:notesSz cx="6858000" cy="9144000"/>
  <p:embeddedFontLst>
    <p:embeddedFont>
      <p:font typeface="Century Gothic" panose="020B0502020202020204" pitchFamily="34" charset="0"/>
      <p:regular r:id="rId9"/>
      <p:bold r:id="rId10"/>
      <p:italic r:id="rId11"/>
      <p:boldItalic r:id="rId1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9" d="100"/>
          <a:sy n="99" d="100"/>
        </p:scale>
        <p:origin x="922" y="5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font" Target="fonts/font4.fntdata"/><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 name="Google Shape;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 name="Google Shape;60;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50a56cba27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50a56cba27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50a56cba27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50a56cba27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341608" y="4578792"/>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5" name="Google Shape;15;p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6" name="Google Shape;16;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4"/>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27" name="Google Shape;27;p6"/>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8" name="Google Shape;28;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9"/>
        <p:cNvGrpSpPr/>
        <p:nvPr/>
      </p:nvGrpSpPr>
      <p:grpSpPr>
        <a:xfrm>
          <a:off x="0" y="0"/>
          <a:ext cx="0" cy="0"/>
          <a:chOff x="0" y="0"/>
          <a:chExt cx="0" cy="0"/>
        </a:xfrm>
      </p:grpSpPr>
      <p:sp>
        <p:nvSpPr>
          <p:cNvPr id="30" name="Google Shape;30;p7"/>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
        <p:cNvGrpSpPr/>
        <p:nvPr/>
      </p:nvGrpSpPr>
      <p:grpSpPr>
        <a:xfrm>
          <a:off x="0" y="0"/>
          <a:ext cx="0" cy="0"/>
          <a:chOff x="0" y="0"/>
          <a:chExt cx="0" cy="0"/>
        </a:xfrm>
      </p:grpSpPr>
      <p:sp>
        <p:nvSpPr>
          <p:cNvPr id="33" name="Google Shape;33;p8"/>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8"/>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5" name="Google Shape;35;p8"/>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 name="Google Shape;36;p8"/>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7" name="Google Shape;37;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8"/>
        <p:cNvGrpSpPr/>
        <p:nvPr/>
      </p:nvGrpSpPr>
      <p:grpSpPr>
        <a:xfrm>
          <a:off x="0" y="0"/>
          <a:ext cx="0" cy="0"/>
          <a:chOff x="0" y="0"/>
          <a:chExt cx="0" cy="0"/>
        </a:xfrm>
      </p:grpSpPr>
      <p:sp>
        <p:nvSpPr>
          <p:cNvPr id="39" name="Google Shape;39;p9"/>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1"/>
        <p:cNvGrpSpPr/>
        <p:nvPr/>
      </p:nvGrpSpPr>
      <p:grpSpPr>
        <a:xfrm>
          <a:off x="0" y="0"/>
          <a:ext cx="0" cy="0"/>
          <a:chOff x="0" y="0"/>
          <a:chExt cx="0" cy="0"/>
        </a:xfrm>
      </p:grpSpPr>
      <p:sp>
        <p:nvSpPr>
          <p:cNvPr id="42" name="Google Shape;42;p10"/>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3" name="Google Shape;43;p10"/>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4" name="Google Shape;44;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blipFill>
          <a:blip r:embed="rId2">
            <a:alphaModFix/>
          </a:blip>
          <a:stretch>
            <a:fillRect/>
          </a:stretch>
        </a:blipFill>
        <a:effectLst/>
      </p:bgPr>
    </p:bg>
    <p:spTree>
      <p:nvGrpSpPr>
        <p:cNvPr id="1" name="Shape 45"/>
        <p:cNvGrpSpPr/>
        <p:nvPr/>
      </p:nvGrpSpPr>
      <p:grpSpPr>
        <a:xfrm>
          <a:off x="0" y="0"/>
          <a:ext cx="0" cy="0"/>
          <a:chOff x="0" y="0"/>
          <a:chExt cx="0" cy="0"/>
        </a:xfrm>
      </p:grpSpPr>
      <p:sp>
        <p:nvSpPr>
          <p:cNvPr id="46" name="Google Shape;46;p11"/>
          <p:cNvSpPr txBox="1">
            <a:spLocks noGrp="1"/>
          </p:cNvSpPr>
          <p:nvPr>
            <p:ph type="sldNum" idx="12"/>
          </p:nvPr>
        </p:nvSpPr>
        <p:spPr>
          <a:xfrm>
            <a:off x="8502658" y="4693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1">
  <p:cSld name="BLANK_1">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502658" y="4693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2"/>
        <p:cNvGrpSpPr/>
        <p:nvPr/>
      </p:nvGrpSpPr>
      <p:grpSpPr>
        <a:xfrm>
          <a:off x="0" y="0"/>
          <a:ext cx="0" cy="0"/>
          <a:chOff x="0" y="0"/>
          <a:chExt cx="0" cy="0"/>
        </a:xfrm>
      </p:grpSpPr>
      <p:pic>
        <p:nvPicPr>
          <p:cNvPr id="53" name="Google Shape;53;p13"/>
          <p:cNvPicPr preferRelativeResize="0"/>
          <p:nvPr/>
        </p:nvPicPr>
        <p:blipFill rotWithShape="1">
          <a:blip r:embed="rId4">
            <a:alphaModFix/>
          </a:blip>
          <a:srcRect/>
          <a:stretch/>
        </p:blipFill>
        <p:spPr>
          <a:xfrm>
            <a:off x="979125" y="214125"/>
            <a:ext cx="1659648" cy="1106775"/>
          </a:xfrm>
          <a:prstGeom prst="rect">
            <a:avLst/>
          </a:prstGeom>
          <a:noFill/>
          <a:ln>
            <a:noFill/>
          </a:ln>
        </p:spPr>
      </p:pic>
      <p:sp>
        <p:nvSpPr>
          <p:cNvPr id="54" name="Google Shape;54;p13"/>
          <p:cNvSpPr txBox="1"/>
          <p:nvPr/>
        </p:nvSpPr>
        <p:spPr>
          <a:xfrm>
            <a:off x="3198925" y="3483050"/>
            <a:ext cx="4104300" cy="7572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400"/>
              <a:buFont typeface="Arial"/>
              <a:buNone/>
            </a:pPr>
            <a:endParaRPr sz="2400" b="1" i="0" u="none" strike="noStrike" cap="none">
              <a:solidFill>
                <a:srgbClr val="000000"/>
              </a:solidFill>
              <a:latin typeface="Arial"/>
              <a:ea typeface="Arial"/>
              <a:cs typeface="Arial"/>
              <a:sym typeface="Arial"/>
            </a:endParaRPr>
          </a:p>
        </p:txBody>
      </p:sp>
      <p:sp>
        <p:nvSpPr>
          <p:cNvPr id="55" name="Google Shape;55;p13"/>
          <p:cNvSpPr/>
          <p:nvPr/>
        </p:nvSpPr>
        <p:spPr>
          <a:xfrm>
            <a:off x="0" y="0"/>
            <a:ext cx="765600" cy="2212500"/>
          </a:xfrm>
          <a:prstGeom prst="halfFrame">
            <a:avLst>
              <a:gd name="adj1" fmla="val 33333"/>
              <a:gd name="adj2" fmla="val 33333"/>
            </a:avLst>
          </a:prstGeom>
          <a:gradFill>
            <a:gsLst>
              <a:gs pos="0">
                <a:srgbClr val="EA454B"/>
              </a:gs>
              <a:gs pos="50000">
                <a:srgbClr val="FFC02B"/>
              </a:gs>
              <a:gs pos="100000">
                <a:srgbClr val="54AE5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 name="Google Shape;56;p13"/>
          <p:cNvSpPr/>
          <p:nvPr/>
        </p:nvSpPr>
        <p:spPr>
          <a:xfrm rot="10800000">
            <a:off x="8371550" y="2909150"/>
            <a:ext cx="765600" cy="2212500"/>
          </a:xfrm>
          <a:prstGeom prst="halfFrame">
            <a:avLst>
              <a:gd name="adj1" fmla="val 33333"/>
              <a:gd name="adj2" fmla="val 33333"/>
            </a:avLst>
          </a:prstGeom>
          <a:gradFill>
            <a:gsLst>
              <a:gs pos="0">
                <a:srgbClr val="EA454B"/>
              </a:gs>
              <a:gs pos="50000">
                <a:srgbClr val="FFC02B"/>
              </a:gs>
              <a:gs pos="100000">
                <a:srgbClr val="54AE5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7" name="Google Shape;57;p13"/>
          <p:cNvPicPr preferRelativeResize="0"/>
          <p:nvPr/>
        </p:nvPicPr>
        <p:blipFill rotWithShape="1">
          <a:blip r:embed="rId5">
            <a:alphaModFix/>
          </a:blip>
          <a:srcRect/>
          <a:stretch/>
        </p:blipFill>
        <p:spPr>
          <a:xfrm>
            <a:off x="3328795" y="906275"/>
            <a:ext cx="2676275" cy="2576775"/>
          </a:xfrm>
          <a:prstGeom prst="rect">
            <a:avLst/>
          </a:prstGeom>
          <a:noFill/>
          <a:ln>
            <a:noFill/>
          </a:ln>
        </p:spPr>
      </p:pic>
      <p:sp>
        <p:nvSpPr>
          <p:cNvPr id="58" name="TextBox 57"/>
          <p:cNvSpPr txBox="1"/>
          <p:nvPr/>
        </p:nvSpPr>
        <p:spPr>
          <a:xfrm>
            <a:off x="2743200" y="3200400"/>
            <a:ext cx="3657600" cy="1097280"/>
          </a:xfrm>
          <a:prstGeom prst="rect">
            <a:avLst/>
          </a:prstGeom>
          <a:noFill/>
        </p:spPr>
        <p:txBody>
          <a:bodyPr wrap="none">
            <a:spAutoFit/>
          </a:bodyPr>
          <a:lstStyle/>
          <a:p/>
          <a:p>
            <a:pPr algn="ctr">
              <a:defRPr sz="2400" b="1">
                <a:latin typeface="Times New Roman"/>
              </a:defRPr>
            </a:pPr>
            <a:r>
              <a:t>Joe Dharsic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1"/>
        <p:cNvGrpSpPr/>
        <p:nvPr/>
      </p:nvGrpSpPr>
      <p:grpSpPr>
        <a:xfrm>
          <a:off x="0" y="0"/>
          <a:ext cx="0" cy="0"/>
          <a:chOff x="0" y="0"/>
          <a:chExt cx="0" cy="0"/>
        </a:xfrm>
      </p:grpSpPr>
      <p:pic>
        <p:nvPicPr>
          <p:cNvPr id="62" name="Google Shape;62;p14"/>
          <p:cNvPicPr preferRelativeResize="0"/>
          <p:nvPr/>
        </p:nvPicPr>
        <p:blipFill rotWithShape="1">
          <a:blip r:embed="rId4">
            <a:alphaModFix/>
          </a:blip>
          <a:srcRect/>
          <a:stretch/>
        </p:blipFill>
        <p:spPr>
          <a:xfrm>
            <a:off x="979125" y="61725"/>
            <a:ext cx="1659652" cy="1204576"/>
          </a:xfrm>
          <a:prstGeom prst="rect">
            <a:avLst/>
          </a:prstGeom>
          <a:noFill/>
          <a:ln>
            <a:noFill/>
          </a:ln>
        </p:spPr>
      </p:pic>
      <p:sp>
        <p:nvSpPr>
          <p:cNvPr id="63" name="Google Shape;63;p14"/>
          <p:cNvSpPr txBox="1"/>
          <p:nvPr/>
        </p:nvSpPr>
        <p:spPr>
          <a:xfrm>
            <a:off x="2638775" y="3545525"/>
            <a:ext cx="4354500" cy="8157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GB" sz="2400" b="1" i="0" u="none" strike="noStrike" cap="none">
                <a:solidFill>
                  <a:schemeClr val="dk1"/>
                </a:solidFill>
                <a:latin typeface="Century Gothic"/>
                <a:ea typeface="Century Gothic"/>
                <a:cs typeface="Century Gothic"/>
                <a:sym typeface="Century Gothic"/>
              </a:rPr>
              <a:t>          </a:t>
            </a:r>
            <a:endParaRPr sz="2400" b="1" i="0" u="none" strike="noStrike" cap="none">
              <a:solidFill>
                <a:schemeClr val="dk1"/>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6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rgbClr val="000000"/>
              </a:buClr>
              <a:buSzPts val="2600"/>
              <a:buFont typeface="Arial"/>
              <a:buNone/>
            </a:pPr>
            <a:endParaRPr sz="2600" b="1" i="0" u="none" strike="noStrike" cap="none">
              <a:solidFill>
                <a:srgbClr val="000000"/>
              </a:solidFill>
              <a:latin typeface="Century Gothic"/>
              <a:ea typeface="Century Gothic"/>
              <a:cs typeface="Century Gothic"/>
              <a:sym typeface="Century Gothic"/>
            </a:endParaRPr>
          </a:p>
        </p:txBody>
      </p:sp>
      <p:pic>
        <p:nvPicPr>
          <p:cNvPr id="64" name="Google Shape;64;p14"/>
          <p:cNvPicPr preferRelativeResize="0"/>
          <p:nvPr/>
        </p:nvPicPr>
        <p:blipFill rotWithShape="1">
          <a:blip r:embed="rId5">
            <a:alphaModFix/>
          </a:blip>
          <a:srcRect/>
          <a:stretch/>
        </p:blipFill>
        <p:spPr>
          <a:xfrm>
            <a:off x="3257575" y="853575"/>
            <a:ext cx="2952797" cy="26919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2" name="Google Shape;72;p15">
            <a:extLst>
              <a:ext uri="{FF2B5EF4-FFF2-40B4-BE49-F238E27FC236}">
                <a16:creationId xmlns:a16="http://schemas.microsoft.com/office/drawing/2014/main" id="{51C88F54-AD4D-83FB-6600-3144E64FCC87}"/>
              </a:ext>
            </a:extLst>
          </p:cNvPr>
          <p:cNvPicPr preferRelativeResize="0"/>
          <p:nvPr/>
        </p:nvPicPr>
        <p:blipFill rotWithShape="1">
          <a:blip r:embed="rId3">
            <a:alphaModFix/>
          </a:blip>
          <a:srcRect/>
          <a:stretch/>
        </p:blipFill>
        <p:spPr>
          <a:xfrm>
            <a:off x="3141912" y="841889"/>
            <a:ext cx="2860175" cy="27554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8"/>
        <p:cNvGrpSpPr/>
        <p:nvPr/>
      </p:nvGrpSpPr>
      <p:grpSpPr>
        <a:xfrm>
          <a:off x="0" y="0"/>
          <a:ext cx="0" cy="0"/>
          <a:chOff x="0" y="0"/>
          <a:chExt cx="0" cy="0"/>
        </a:xfrm>
      </p:grpSpPr>
      <p:pic>
        <p:nvPicPr>
          <p:cNvPr id="69" name="Google Shape;69;p15"/>
          <p:cNvPicPr preferRelativeResize="0"/>
          <p:nvPr/>
        </p:nvPicPr>
        <p:blipFill rotWithShape="1">
          <a:blip r:embed="rId4">
            <a:alphaModFix/>
          </a:blip>
          <a:srcRect/>
          <a:stretch/>
        </p:blipFill>
        <p:spPr>
          <a:xfrm>
            <a:off x="979125" y="61725"/>
            <a:ext cx="1659652" cy="1204576"/>
          </a:xfrm>
          <a:prstGeom prst="rect">
            <a:avLst/>
          </a:prstGeom>
          <a:noFill/>
          <a:ln>
            <a:noFill/>
          </a:ln>
        </p:spPr>
      </p:pic>
      <p:sp>
        <p:nvSpPr>
          <p:cNvPr id="70" name="Google Shape;70;p15"/>
          <p:cNvSpPr txBox="1"/>
          <p:nvPr/>
        </p:nvSpPr>
        <p:spPr>
          <a:xfrm>
            <a:off x="2856450" y="3605025"/>
            <a:ext cx="4190400" cy="2401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GB" sz="2400" b="1" i="0" u="none" strike="noStrike" cap="none">
                <a:solidFill>
                  <a:schemeClr val="dk1"/>
                </a:solidFill>
                <a:latin typeface="Century Gothic"/>
                <a:ea typeface="Century Gothic"/>
                <a:cs typeface="Century Gothic"/>
                <a:sym typeface="Century Gothic"/>
              </a:rPr>
              <a:t>        </a:t>
            </a:r>
            <a:endParaRPr sz="2400" b="1" i="0" u="none" strike="noStrike" cap="none">
              <a:solidFill>
                <a:schemeClr val="dk1"/>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ctr" rtl="0">
              <a:lnSpc>
                <a:spcPct val="100000"/>
              </a:lnSpc>
              <a:spcBef>
                <a:spcPts val="0"/>
              </a:spcBef>
              <a:spcAft>
                <a:spcPts val="0"/>
              </a:spcAft>
              <a:buClr>
                <a:srgbClr val="000000"/>
              </a:buClr>
              <a:buSzPts val="2400"/>
              <a:buFont typeface="Arial"/>
              <a:buNone/>
            </a:pPr>
            <a:endParaRPr sz="2400" b="1" i="0" u="none" strike="noStrike" cap="none">
              <a:solidFill>
                <a:srgbClr val="000000"/>
              </a:solidFill>
              <a:latin typeface="Century Gothic"/>
              <a:ea typeface="Century Gothic"/>
              <a:cs typeface="Century Gothic"/>
              <a:sym typeface="Century Gothic"/>
            </a:endParaRPr>
          </a:p>
        </p:txBody>
      </p:sp>
      <p:pic>
        <p:nvPicPr>
          <p:cNvPr id="3" name="Google Shape;81;p16">
            <a:extLst>
              <a:ext uri="{FF2B5EF4-FFF2-40B4-BE49-F238E27FC236}">
                <a16:creationId xmlns:a16="http://schemas.microsoft.com/office/drawing/2014/main" id="{D4967910-1814-15E8-A7E6-6A686BBD0BF8}"/>
              </a:ext>
            </a:extLst>
          </p:cNvPr>
          <p:cNvPicPr preferRelativeResize="0"/>
          <p:nvPr/>
        </p:nvPicPr>
        <p:blipFill rotWithShape="1">
          <a:blip r:embed="rId5">
            <a:alphaModFix/>
          </a:blip>
          <a:srcRect/>
          <a:stretch/>
        </p:blipFill>
        <p:spPr>
          <a:xfrm>
            <a:off x="3422262" y="1065325"/>
            <a:ext cx="2299475" cy="2370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6"/>
        <p:cNvGrpSpPr/>
        <p:nvPr/>
      </p:nvGrpSpPr>
      <p:grpSpPr>
        <a:xfrm>
          <a:off x="0" y="0"/>
          <a:ext cx="0" cy="0"/>
          <a:chOff x="0" y="0"/>
          <a:chExt cx="0" cy="0"/>
        </a:xfrm>
      </p:grpSpPr>
      <p:pic>
        <p:nvPicPr>
          <p:cNvPr id="77" name="Google Shape;77;p16"/>
          <p:cNvPicPr preferRelativeResize="0"/>
          <p:nvPr/>
        </p:nvPicPr>
        <p:blipFill rotWithShape="1">
          <a:blip r:embed="rId4">
            <a:alphaModFix/>
          </a:blip>
          <a:srcRect/>
          <a:stretch/>
        </p:blipFill>
        <p:spPr>
          <a:xfrm>
            <a:off x="979125" y="214125"/>
            <a:ext cx="1659648" cy="1106775"/>
          </a:xfrm>
          <a:prstGeom prst="rect">
            <a:avLst/>
          </a:prstGeom>
          <a:noFill/>
          <a:ln>
            <a:noFill/>
          </a:ln>
        </p:spPr>
      </p:pic>
      <p:sp>
        <p:nvSpPr>
          <p:cNvPr id="78" name="Google Shape;78;p16"/>
          <p:cNvSpPr txBox="1"/>
          <p:nvPr/>
        </p:nvSpPr>
        <p:spPr>
          <a:xfrm>
            <a:off x="3183913" y="3483050"/>
            <a:ext cx="4104300" cy="8681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GB" sz="2400" b="1" i="0" u="none" strike="noStrike" cap="none">
                <a:solidFill>
                  <a:schemeClr val="dk1"/>
                </a:solidFill>
                <a:latin typeface="Century Gothic"/>
                <a:ea typeface="Century Gothic"/>
                <a:cs typeface="Century Gothic"/>
                <a:sym typeface="Century Gothic"/>
              </a:rPr>
              <a:t> </a:t>
            </a:r>
            <a:endParaRPr sz="2400" b="1" i="0" u="none" strike="noStrike" cap="none">
              <a:solidFill>
                <a:schemeClr val="dk1"/>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Century Gothic"/>
              <a:ea typeface="Century Gothic"/>
              <a:cs typeface="Century Gothic"/>
              <a:sym typeface="Century Gothic"/>
            </a:endParaRPr>
          </a:p>
          <a:p>
            <a:pPr marL="0" marR="0" lvl="0" indent="0" algn="l" rtl="0">
              <a:lnSpc>
                <a:spcPct val="100000"/>
              </a:lnSpc>
              <a:spcBef>
                <a:spcPts val="0"/>
              </a:spcBef>
              <a:spcAft>
                <a:spcPts val="0"/>
              </a:spcAft>
              <a:buClr>
                <a:schemeClr val="dk1"/>
              </a:buClr>
              <a:buSzPts val="1100"/>
              <a:buFont typeface="Arial"/>
              <a:buNone/>
            </a:pPr>
            <a:endParaRPr sz="2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400"/>
              <a:buFont typeface="Arial"/>
              <a:buNone/>
            </a:pPr>
            <a:endParaRPr sz="2400" b="1" i="0" u="none" strike="noStrike" cap="none">
              <a:solidFill>
                <a:srgbClr val="000000"/>
              </a:solidFill>
              <a:latin typeface="Arial"/>
              <a:ea typeface="Arial"/>
              <a:cs typeface="Arial"/>
              <a:sym typeface="Arial"/>
            </a:endParaRPr>
          </a:p>
        </p:txBody>
      </p:sp>
      <p:sp>
        <p:nvSpPr>
          <p:cNvPr id="79" name="Google Shape;79;p16"/>
          <p:cNvSpPr/>
          <p:nvPr/>
        </p:nvSpPr>
        <p:spPr>
          <a:xfrm>
            <a:off x="0" y="0"/>
            <a:ext cx="765600" cy="2212500"/>
          </a:xfrm>
          <a:prstGeom prst="halfFrame">
            <a:avLst>
              <a:gd name="adj1" fmla="val 33333"/>
              <a:gd name="adj2" fmla="val 33333"/>
            </a:avLst>
          </a:prstGeom>
          <a:gradFill>
            <a:gsLst>
              <a:gs pos="0">
                <a:srgbClr val="EA454B"/>
              </a:gs>
              <a:gs pos="50000">
                <a:srgbClr val="FFC02B"/>
              </a:gs>
              <a:gs pos="100000">
                <a:srgbClr val="54AE5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rot="10800000">
            <a:off x="8371550" y="2909150"/>
            <a:ext cx="765600" cy="2212500"/>
          </a:xfrm>
          <a:prstGeom prst="halfFrame">
            <a:avLst>
              <a:gd name="adj1" fmla="val 33333"/>
              <a:gd name="adj2" fmla="val 33333"/>
            </a:avLst>
          </a:prstGeom>
          <a:gradFill>
            <a:gsLst>
              <a:gs pos="0">
                <a:srgbClr val="EA454B"/>
              </a:gs>
              <a:gs pos="50000">
                <a:srgbClr val="FFC02B"/>
              </a:gs>
              <a:gs pos="100000">
                <a:srgbClr val="54AE5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Mathalin! Wishing you many more successful years ahead.</a:t>
            </a:r>
          </a:p>
        </p:txBody>
      </p:sp>
      <p:sp>
        <p:nvSpPr>
          <p:cNvPr id="3" name="TextBox 2"/>
          <p:cNvSpPr txBox="1"/>
          <p:nvPr/>
        </p:nvSpPr>
        <p:spPr>
          <a:xfrm>
            <a:off x="2743200" y="2286000"/>
            <a:ext cx="4572000" cy="548640"/>
          </a:xfrm>
          <a:prstGeom prst="rect">
            <a:avLst/>
          </a:prstGeom>
          <a:noFill/>
        </p:spPr>
        <p:txBody>
          <a:bodyPr wrap="square">
            <a:spAutoFit/>
          </a:bodyPr>
          <a:lstStyle/>
          <a:p/>
          <a:p>
            <a:pPr algn="r">
              <a:defRPr sz="1800" b="1" i="1">
                <a:solidFill>
                  <a:srgbClr val="FF0000"/>
                </a:solidFill>
                <a:latin typeface="Times New Roman"/>
              </a:defRPr>
            </a:pPr>
            <a:r>
              <a:t>- Rufus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 Happy 1st Work Anniversary, Mathalin! 🎉</a:t>
            </a:r>
            <a:br/>
            <a:r>
              <a:t>It's amazing to see how much you've grown and achieved in one year. Your hard work, dedication, and positive attitude are truly inspiring. Wishing you many more successful years ahead filled with happiness, growth, and achievements. 🌟</a:t>
            </a:r>
          </a:p>
        </p:txBody>
      </p:sp>
      <p:sp>
        <p:nvSpPr>
          <p:cNvPr id="3" name="TextBox 2"/>
          <p:cNvSpPr txBox="1"/>
          <p:nvPr/>
        </p:nvSpPr>
        <p:spPr>
          <a:xfrm>
            <a:off x="2743200" y="2834640"/>
            <a:ext cx="4572000" cy="548640"/>
          </a:xfrm>
          <a:prstGeom prst="rect">
            <a:avLst/>
          </a:prstGeom>
          <a:noFill/>
        </p:spPr>
        <p:txBody>
          <a:bodyPr wrap="square">
            <a:spAutoFit/>
          </a:bodyPr>
          <a:lstStyle/>
          <a:p/>
          <a:p>
            <a:pPr algn="r">
              <a:defRPr sz="1800" b="1" i="1">
                <a:solidFill>
                  <a:srgbClr val="FF0000"/>
                </a:solidFill>
                <a:latin typeface="Times New Roman"/>
              </a:defRPr>
            </a:pPr>
            <a:r>
              <a:t>- Nagalakshmi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Congratulations on completing one year math akka! It's wonderful to see your hard work, dedication, and growth over the past year. Your positive attitude and the joy you spread make a difference to everyone around you. Wishing you continued success, happiness, and many more achievements in the years ahead</a:t>
            </a:r>
          </a:p>
        </p:txBody>
      </p:sp>
      <p:sp>
        <p:nvSpPr>
          <p:cNvPr id="3" name="TextBox 2"/>
          <p:cNvSpPr txBox="1"/>
          <p:nvPr/>
        </p:nvSpPr>
        <p:spPr>
          <a:xfrm>
            <a:off x="2743200" y="2834640"/>
            <a:ext cx="4572000" cy="548640"/>
          </a:xfrm>
          <a:prstGeom prst="rect">
            <a:avLst/>
          </a:prstGeom>
          <a:noFill/>
        </p:spPr>
        <p:txBody>
          <a:bodyPr wrap="square">
            <a:spAutoFit/>
          </a:bodyPr>
          <a:lstStyle/>
          <a:p/>
          <a:p>
            <a:pPr algn="r">
              <a:defRPr sz="1800" b="1" i="1">
                <a:solidFill>
                  <a:srgbClr val="FF0000"/>
                </a:solidFill>
                <a:latin typeface="Times New Roman"/>
              </a:defRPr>
            </a:pPr>
            <a:r>
              <a:t>- Angel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Mathalin! 🎉</a:t>
            </a:r>
            <a:br/>
            <a:r>
              <a:t>It’s been wonderful seeing your journey over the past year. You have a special way of making the workplace more enjoyable and creating a friendly atmosphere wherever you go. Keep smiling, keep working hard, and keep achieving your goals. Wishing you many more successful years, happiness, and growth in your career.</a:t>
            </a:r>
            <a:br/>
            <a:r>
              <a:t>Congratulations and best wishes for many more years ahead! 🎊</a:t>
            </a:r>
          </a:p>
        </p:txBody>
      </p:sp>
      <p:sp>
        <p:nvSpPr>
          <p:cNvPr id="3" name="TextBox 2"/>
          <p:cNvSpPr txBox="1"/>
          <p:nvPr/>
        </p:nvSpPr>
        <p:spPr>
          <a:xfrm>
            <a:off x="2743200" y="3383280"/>
            <a:ext cx="4572000" cy="548640"/>
          </a:xfrm>
          <a:prstGeom prst="rect">
            <a:avLst/>
          </a:prstGeom>
          <a:noFill/>
        </p:spPr>
        <p:txBody>
          <a:bodyPr wrap="square">
            <a:spAutoFit/>
          </a:bodyPr>
          <a:lstStyle/>
          <a:p/>
          <a:p>
            <a:pPr algn="r">
              <a:defRPr sz="1800" b="1" i="1">
                <a:solidFill>
                  <a:srgbClr val="FF0000"/>
                </a:solidFill>
                <a:latin typeface="Times New Roman"/>
              </a:defRPr>
            </a:pPr>
            <a:r>
              <a:t>- Mercy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Mathali! Wishing you continued success, growth, and many more achievements ahead.</a:t>
            </a:r>
          </a:p>
        </p:txBody>
      </p:sp>
      <p:sp>
        <p:nvSpPr>
          <p:cNvPr id="3" name="TextBox 2"/>
          <p:cNvSpPr txBox="1"/>
          <p:nvPr/>
        </p:nvSpPr>
        <p:spPr>
          <a:xfrm>
            <a:off x="2743200" y="2286000"/>
            <a:ext cx="4572000" cy="548640"/>
          </a:xfrm>
          <a:prstGeom prst="rect">
            <a:avLst/>
          </a:prstGeom>
          <a:noFill/>
        </p:spPr>
        <p:txBody>
          <a:bodyPr wrap="square">
            <a:spAutoFit/>
          </a:bodyPr>
          <a:lstStyle/>
          <a:p/>
          <a:p>
            <a:pPr algn="r">
              <a:defRPr sz="1800" b="1" i="1">
                <a:solidFill>
                  <a:srgbClr val="FF0000"/>
                </a:solidFill>
                <a:latin typeface="Times New Roman"/>
              </a:defRPr>
            </a:pPr>
            <a:r>
              <a:t>- Joe</a:t>
            </a:r>
          </a:p>
        </p:txBody>
      </p:sp>
      <p:sp>
        <p:nvSpPr>
          <p:cNvPr id="4" name="TextBox 3"/>
          <p:cNvSpPr txBox="1"/>
          <p:nvPr/>
        </p:nvSpPr>
        <p:spPr>
          <a:xfrm>
            <a:off x="1828800" y="3017520"/>
            <a:ext cx="6400800" cy="914400"/>
          </a:xfrm>
          <a:prstGeom prst="rect">
            <a:avLst/>
          </a:prstGeom>
          <a:noFill/>
        </p:spPr>
        <p:txBody>
          <a:bodyPr wrap="square">
            <a:spAutoFit/>
          </a:bodyPr>
          <a:lstStyle/>
          <a:p/>
          <a:p>
            <a:pPr algn="l">
              <a:defRPr sz="1800" b="0" i="0">
                <a:latin typeface="Times New Roman"/>
              </a:defRPr>
            </a:pPr>
            <a:r>
              <a:t>Happy 1st Work Anniversary Mathalin! 🎉Congratulations on completing an incredible first year🌟</a:t>
            </a:r>
          </a:p>
        </p:txBody>
      </p:sp>
      <p:sp>
        <p:nvSpPr>
          <p:cNvPr id="5" name="TextBox 4"/>
          <p:cNvSpPr txBox="1"/>
          <p:nvPr/>
        </p:nvSpPr>
        <p:spPr>
          <a:xfrm>
            <a:off x="2743200" y="3931920"/>
            <a:ext cx="4572000" cy="548640"/>
          </a:xfrm>
          <a:prstGeom prst="rect">
            <a:avLst/>
          </a:prstGeom>
          <a:noFill/>
        </p:spPr>
        <p:txBody>
          <a:bodyPr wrap="square">
            <a:spAutoFit/>
          </a:bodyPr>
          <a:lstStyle/>
          <a:p/>
          <a:p>
            <a:pPr algn="r">
              <a:defRPr sz="1800" b="1" i="1">
                <a:solidFill>
                  <a:srgbClr val="FF0000"/>
                </a:solidFill>
                <a:latin typeface="Times New Roman"/>
              </a:defRPr>
            </a:pPr>
            <a:r>
              <a:t>- Sangeetha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 !! 🎉🎉Wishing you success, growth and many more milestones to celebrate 🎊 Keep up the great work and continue shining. Best wishes for your journey ahead!</a:t>
            </a:r>
          </a:p>
        </p:txBody>
      </p:sp>
      <p:sp>
        <p:nvSpPr>
          <p:cNvPr id="3" name="TextBox 2"/>
          <p:cNvSpPr txBox="1"/>
          <p:nvPr/>
        </p:nvSpPr>
        <p:spPr>
          <a:xfrm>
            <a:off x="2743200" y="2560320"/>
            <a:ext cx="4572000" cy="548640"/>
          </a:xfrm>
          <a:prstGeom prst="rect">
            <a:avLst/>
          </a:prstGeom>
          <a:noFill/>
        </p:spPr>
        <p:txBody>
          <a:bodyPr wrap="square">
            <a:spAutoFit/>
          </a:bodyPr>
          <a:lstStyle/>
          <a:p/>
          <a:p>
            <a:pPr algn="r">
              <a:defRPr sz="1800" b="1" i="1">
                <a:solidFill>
                  <a:srgbClr val="FF0000"/>
                </a:solidFill>
                <a:latin typeface="Times New Roman"/>
              </a:defRPr>
            </a:pPr>
            <a:r>
              <a:t>- Saranya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It’s truly special to see you reach this milestone, Mathalin! 🎉 From being my college junior to becoming my colleague at Entrans, it has been wonderful to see your journey and growth. It’s even more special because you’ve always felt like a sister to me.</a:t>
            </a:r>
            <a:br/>
            <a:r>
              <a:t>Over the past year, you’ve grown, learned, and created wonderful memories along the way. Wishing you continued success, happiness, and countless opportunities in the years ahead. Stay strong, keep smiling, and continue being the wonderful person you are. May this be just the first of many milestones in a bright and rewarding journey. Congratulations on your 1st Entrans Work Anniversary! Math🌟</a:t>
            </a:r>
          </a:p>
        </p:txBody>
      </p:sp>
      <p:sp>
        <p:nvSpPr>
          <p:cNvPr id="3" name="TextBox 2"/>
          <p:cNvSpPr txBox="1"/>
          <p:nvPr/>
        </p:nvSpPr>
        <p:spPr>
          <a:xfrm>
            <a:off x="2743200" y="4206240"/>
            <a:ext cx="4572000" cy="548640"/>
          </a:xfrm>
          <a:prstGeom prst="rect">
            <a:avLst/>
          </a:prstGeom>
          <a:noFill/>
        </p:spPr>
        <p:txBody>
          <a:bodyPr wrap="square">
            <a:spAutoFit/>
          </a:bodyPr>
          <a:lstStyle/>
          <a:p/>
          <a:p>
            <a:pPr algn="r">
              <a:defRPr sz="1800" b="1" i="1">
                <a:solidFill>
                  <a:srgbClr val="FF0000"/>
                </a:solidFill>
                <a:latin typeface="Times New Roman"/>
              </a:defRPr>
            </a:pPr>
            <a:r>
              <a:t>- Arumugavel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Mathalin! Wishing you a fantastic year ahead filled with success and joy.</a:t>
            </a:r>
          </a:p>
        </p:txBody>
      </p:sp>
      <p:sp>
        <p:nvSpPr>
          <p:cNvPr id="3" name="TextBox 2"/>
          <p:cNvSpPr txBox="1"/>
          <p:nvPr/>
        </p:nvSpPr>
        <p:spPr>
          <a:xfrm>
            <a:off x="2743200" y="2286000"/>
            <a:ext cx="4572000" cy="548640"/>
          </a:xfrm>
          <a:prstGeom prst="rect">
            <a:avLst/>
          </a:prstGeom>
          <a:noFill/>
        </p:spPr>
        <p:txBody>
          <a:bodyPr wrap="square">
            <a:spAutoFit/>
          </a:bodyPr>
          <a:lstStyle/>
          <a:p/>
          <a:p>
            <a:pPr algn="r">
              <a:defRPr sz="1800" b="1" i="1">
                <a:solidFill>
                  <a:srgbClr val="FF0000"/>
                </a:solidFill>
                <a:latin typeface="Times New Roman"/>
              </a:defRPr>
            </a:pPr>
            <a:r>
              <a:t>- Mithun</a:t>
            </a:r>
          </a:p>
        </p:txBody>
      </p:sp>
      <p:sp>
        <p:nvSpPr>
          <p:cNvPr id="4" name="TextBox 3"/>
          <p:cNvSpPr txBox="1"/>
          <p:nvPr/>
        </p:nvSpPr>
        <p:spPr>
          <a:xfrm>
            <a:off x="1828800" y="3017520"/>
            <a:ext cx="6400800" cy="914400"/>
          </a:xfrm>
          <a:prstGeom prst="rect">
            <a:avLst/>
          </a:prstGeom>
          <a:noFill/>
        </p:spPr>
        <p:txBody>
          <a:bodyPr wrap="square">
            <a:spAutoFit/>
          </a:bodyPr>
          <a:lstStyle/>
          <a:p/>
          <a:p>
            <a:pPr algn="l">
              <a:defRPr sz="1800" b="0" i="0">
                <a:latin typeface="Times New Roman"/>
              </a:defRPr>
            </a:pPr>
            <a:r>
              <a:t>Happy 1st Work Anniversary Mathalin! Wishing you continued success and many more achievements ahead</a:t>
            </a:r>
          </a:p>
        </p:txBody>
      </p:sp>
      <p:sp>
        <p:nvSpPr>
          <p:cNvPr id="5" name="TextBox 4"/>
          <p:cNvSpPr txBox="1"/>
          <p:nvPr/>
        </p:nvSpPr>
        <p:spPr>
          <a:xfrm>
            <a:off x="2743200" y="3931920"/>
            <a:ext cx="4572000" cy="548640"/>
          </a:xfrm>
          <a:prstGeom prst="rect">
            <a:avLst/>
          </a:prstGeom>
          <a:noFill/>
        </p:spPr>
        <p:txBody>
          <a:bodyPr wrap="square">
            <a:spAutoFit/>
          </a:bodyPr>
          <a:lstStyle/>
          <a:p/>
          <a:p>
            <a:pPr algn="r">
              <a:defRPr sz="1800" b="1" i="1">
                <a:solidFill>
                  <a:srgbClr val="FF0000"/>
                </a:solidFill>
                <a:latin typeface="Times New Roman"/>
              </a:defRPr>
            </a:pPr>
            <a:r>
              <a:t>- Pavithra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Happiee 1st Work Anniversary, Math! 🎉✨</a:t>
            </a:r>
            <a:br/>
            <a:r>
              <a:t>Your dedication and the positivity you bring every day make a real difference. You have a wonderful way of spreading joy and uplifting everyone around you. We’re truly happy to have you as part of the team. Wishing you many more successful and memorable years ahead! 🌸😊</a:t>
            </a:r>
          </a:p>
        </p:txBody>
      </p:sp>
      <p:sp>
        <p:nvSpPr>
          <p:cNvPr id="3" name="TextBox 2"/>
          <p:cNvSpPr txBox="1"/>
          <p:nvPr/>
        </p:nvSpPr>
        <p:spPr>
          <a:xfrm>
            <a:off x="2743200" y="2834640"/>
            <a:ext cx="4572000" cy="548640"/>
          </a:xfrm>
          <a:prstGeom prst="rect">
            <a:avLst/>
          </a:prstGeom>
          <a:noFill/>
        </p:spPr>
        <p:txBody>
          <a:bodyPr wrap="square">
            <a:spAutoFit/>
          </a:bodyPr>
          <a:lstStyle/>
          <a:p/>
          <a:p>
            <a:pPr algn="r">
              <a:defRPr sz="1800" b="1" i="1">
                <a:solidFill>
                  <a:srgbClr val="FF0000"/>
                </a:solidFill>
                <a:latin typeface="Times New Roman"/>
              </a:defRPr>
            </a:pPr>
            <a:r>
              <a:t>- Swathisri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828800" y="1371600"/>
            <a:ext cx="6400800" cy="914400"/>
          </a:xfrm>
          <a:prstGeom prst="rect">
            <a:avLst/>
          </a:prstGeom>
          <a:noFill/>
        </p:spPr>
        <p:txBody>
          <a:bodyPr wrap="square">
            <a:spAutoFit/>
          </a:bodyPr>
          <a:lstStyle/>
          <a:p/>
          <a:p>
            <a:pPr algn="l">
              <a:defRPr sz="1800" b="0" i="0">
                <a:latin typeface="Times New Roman"/>
              </a:defRPr>
            </a:pPr>
            <a:r>
              <a:t>Happy 1st Work Anniversary, Mathali! Wishing you continued success, growth, and many more achievements ahead.</a:t>
            </a:r>
          </a:p>
        </p:txBody>
      </p:sp>
      <p:sp>
        <p:nvSpPr>
          <p:cNvPr id="3" name="TextBox 2"/>
          <p:cNvSpPr txBox="1"/>
          <p:nvPr/>
        </p:nvSpPr>
        <p:spPr>
          <a:xfrm>
            <a:off x="2743200" y="2286000"/>
            <a:ext cx="4572000" cy="548640"/>
          </a:xfrm>
          <a:prstGeom prst="rect">
            <a:avLst/>
          </a:prstGeom>
          <a:noFill/>
        </p:spPr>
        <p:txBody>
          <a:bodyPr wrap="square">
            <a:spAutoFit/>
          </a:bodyPr>
          <a:lstStyle/>
          <a:p/>
          <a:p>
            <a:pPr algn="r">
              <a:defRPr sz="1800" b="1" i="1">
                <a:solidFill>
                  <a:srgbClr val="FF0000"/>
                </a:solidFill>
                <a:latin typeface="Times New Roman"/>
              </a:defRPr>
            </a:pPr>
            <a:r>
              <a:t>- John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926080" y="1828800"/>
            <a:ext cx="5486400" cy="1828800"/>
          </a:xfrm>
          <a:prstGeom prst="rect">
            <a:avLst/>
          </a:prstGeom>
          <a:noFill/>
        </p:spPr>
        <p:txBody>
          <a:bodyPr wrap="none">
            <a:spAutoFit/>
          </a:bodyPr>
          <a:lstStyle/>
          <a:p/>
          <a:p>
            <a:pPr algn="l">
              <a:defRPr sz="6400" b="1" i="1">
                <a:solidFill>
                  <a:srgbClr val="FF0000"/>
                </a:solidFill>
                <a:latin typeface="Times New Roman"/>
              </a:defRPr>
            </a:pPr>
            <a:r>
              <a:t>Thank you</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3</Words>
  <Application>Microsoft Office PowerPoint</Application>
  <PresentationFormat>On-screen Show (16:9)</PresentationFormat>
  <Paragraphs>61</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Century Gothic</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Harihara Sudhan N</cp:lastModifiedBy>
  <cp:revision>2</cp:revision>
  <dcterms:modified xsi:type="dcterms:W3CDTF">2025-04-30T06:42:00Z</dcterms:modified>
</cp:coreProperties>
</file>