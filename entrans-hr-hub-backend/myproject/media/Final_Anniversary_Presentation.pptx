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9144000" cy="5143500" type="screen16x9"/>
  <p:notesSz cx="6858000" cy="9144000"/>
  <p:embeddedFontLst>
    <p:embeddedFont>
      <p:font typeface="Century Gothic" panose="020B0502020202020204" pitchFamily="34" charset="0"/>
      <p:regular r:id="rId9"/>
      <p:bold r:id="rId10"/>
      <p:italic r:id="rId11"/>
      <p:boldItalic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922" y="5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font" Target="fonts/font1.fntdata"/><Relationship Id="rId10" Type="http://schemas.openxmlformats.org/officeDocument/2006/relationships/font" Target="fonts/font2.fntdata"/><Relationship Id="rId11" Type="http://schemas.openxmlformats.org/officeDocument/2006/relationships/font" Target="fonts/font3.fntdata"/><Relationship Id="rId12" Type="http://schemas.openxmlformats.org/officeDocument/2006/relationships/font" Target="fonts/font4.fntdata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50a56cba27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50a56cba27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50a56cba27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50a56cba27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341608" y="457879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sldNum" idx="12"/>
          </p:nvPr>
        </p:nvSpPr>
        <p:spPr>
          <a:xfrm>
            <a:off x="8502658" y="46934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BLANK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502658" y="46934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9125" y="214125"/>
            <a:ext cx="1659648" cy="1106775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3"/>
          <p:cNvSpPr txBox="1"/>
          <p:nvPr/>
        </p:nvSpPr>
        <p:spPr>
          <a:xfrm>
            <a:off x="3198925" y="3483050"/>
            <a:ext cx="4104300" cy="757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0" y="0"/>
            <a:ext cx="765600" cy="2212500"/>
          </a:xfrm>
          <a:prstGeom prst="halfFrame">
            <a:avLst>
              <a:gd name="adj1" fmla="val 33333"/>
              <a:gd name="adj2" fmla="val 33333"/>
            </a:avLst>
          </a:prstGeom>
          <a:gradFill>
            <a:gsLst>
              <a:gs pos="0">
                <a:srgbClr val="EA454B"/>
              </a:gs>
              <a:gs pos="50000">
                <a:srgbClr val="FFC02B"/>
              </a:gs>
              <a:gs pos="100000">
                <a:srgbClr val="54AE52"/>
              </a:gs>
            </a:gsLst>
            <a:lin ang="5400012" scaled="0"/>
          </a:gra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13"/>
          <p:cNvSpPr/>
          <p:nvPr/>
        </p:nvSpPr>
        <p:spPr>
          <a:xfrm rot="10800000">
            <a:off x="8371550" y="2909150"/>
            <a:ext cx="765600" cy="2212500"/>
          </a:xfrm>
          <a:prstGeom prst="halfFrame">
            <a:avLst>
              <a:gd name="adj1" fmla="val 33333"/>
              <a:gd name="adj2" fmla="val 33333"/>
            </a:avLst>
          </a:prstGeom>
          <a:gradFill>
            <a:gsLst>
              <a:gs pos="0">
                <a:srgbClr val="EA454B"/>
              </a:gs>
              <a:gs pos="50000">
                <a:srgbClr val="FFC02B"/>
              </a:gs>
              <a:gs pos="100000">
                <a:srgbClr val="54AE52"/>
              </a:gs>
            </a:gsLst>
            <a:lin ang="5400012" scaled="0"/>
          </a:gra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328795" y="906275"/>
            <a:ext cx="2676275" cy="2576775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TextBox 57"/>
          <p:cNvSpPr txBox="1"/>
          <p:nvPr/>
        </p:nvSpPr>
        <p:spPr>
          <a:xfrm>
            <a:off x="2743200" y="3200400"/>
            <a:ext cx="3657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400" b="1">
                <a:latin typeface="Times New Roman"/>
              </a:defRPr>
            </a:pPr>
            <a:r>
              <a:t>Joe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9125" y="61725"/>
            <a:ext cx="1659652" cy="1204576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2638775" y="3545525"/>
            <a:ext cx="4354500" cy="815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400" b="1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         </a:t>
            </a:r>
            <a:endParaRPr sz="2400" b="1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endParaRPr sz="2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7575" y="853575"/>
            <a:ext cx="2952797" cy="269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72;p15">
            <a:extLst>
              <a:ext uri="{FF2B5EF4-FFF2-40B4-BE49-F238E27FC236}">
                <a16:creationId xmlns:a16="http://schemas.microsoft.com/office/drawing/2014/main" id="{51C88F54-AD4D-83FB-6600-3144E64FCC8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41912" y="841889"/>
            <a:ext cx="2860175" cy="275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9125" y="61725"/>
            <a:ext cx="1659652" cy="120457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2856450" y="3605025"/>
            <a:ext cx="4190400" cy="24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400" b="1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       </a:t>
            </a:r>
            <a:endParaRPr sz="2400" b="1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" name="Google Shape;81;p16">
            <a:extLst>
              <a:ext uri="{FF2B5EF4-FFF2-40B4-BE49-F238E27FC236}">
                <a16:creationId xmlns:a16="http://schemas.microsoft.com/office/drawing/2014/main" id="{D4967910-1814-15E8-A7E6-6A686BBD0BF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22262" y="1065325"/>
            <a:ext cx="2299475" cy="237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9125" y="214125"/>
            <a:ext cx="1659648" cy="1106775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 txBox="1"/>
          <p:nvPr/>
        </p:nvSpPr>
        <p:spPr>
          <a:xfrm>
            <a:off x="3183913" y="3483050"/>
            <a:ext cx="4104300" cy="86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400" b="1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sz="2400" b="1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0" y="0"/>
            <a:ext cx="765600" cy="2212500"/>
          </a:xfrm>
          <a:prstGeom prst="halfFrame">
            <a:avLst>
              <a:gd name="adj1" fmla="val 33333"/>
              <a:gd name="adj2" fmla="val 33333"/>
            </a:avLst>
          </a:prstGeom>
          <a:gradFill>
            <a:gsLst>
              <a:gs pos="0">
                <a:srgbClr val="EA454B"/>
              </a:gs>
              <a:gs pos="50000">
                <a:srgbClr val="FFC02B"/>
              </a:gs>
              <a:gs pos="100000">
                <a:srgbClr val="54AE52"/>
              </a:gs>
            </a:gsLst>
            <a:lin ang="5400012" scaled="0"/>
          </a:gra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6"/>
          <p:cNvSpPr/>
          <p:nvPr/>
        </p:nvSpPr>
        <p:spPr>
          <a:xfrm rot="10800000">
            <a:off x="8371550" y="2909150"/>
            <a:ext cx="765600" cy="2212500"/>
          </a:xfrm>
          <a:prstGeom prst="halfFrame">
            <a:avLst>
              <a:gd name="adj1" fmla="val 33333"/>
              <a:gd name="adj2" fmla="val 33333"/>
            </a:avLst>
          </a:prstGeom>
          <a:gradFill>
            <a:gsLst>
              <a:gs pos="0">
                <a:srgbClr val="EA454B"/>
              </a:gs>
              <a:gs pos="50000">
                <a:srgbClr val="FFC02B"/>
              </a:gs>
              <a:gs pos="100000">
                <a:srgbClr val="54AE52"/>
              </a:gs>
            </a:gsLst>
            <a:lin ang="5400012" scaled="0"/>
          </a:gra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800" b="0" i="0">
                <a:latin typeface="Times New Roman"/>
              </a:defRPr>
            </a:pPr>
            <a:r>
              <a:t>Happy 6th Work Anniversary, Kulanthai Sir! 🎉 Wishing you continued success and many more milestones ahead. It's been a privilege working with you from the very beginning. Congratulations and best wishes always!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2560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defRPr sz="1800" b="1" i="1">
                <a:solidFill>
                  <a:srgbClr val="FF0000"/>
                </a:solidFill>
                <a:latin typeface="Times New Roman"/>
              </a:defRPr>
            </a:pPr>
            <a:r>
              <a:t>- Jebastin Gnanadurai Ussia Raja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800" b="0" i="0">
                <a:latin typeface="Times New Roman"/>
              </a:defRPr>
            </a:pPr>
            <a:r>
              <a:t>Congratulations on completing 6 amazing years with the Entrans!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18288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defRPr sz="1800" b="1" i="1">
                <a:solidFill>
                  <a:srgbClr val="FF0000"/>
                </a:solidFill>
                <a:latin typeface="Times New Roman"/>
              </a:defRPr>
            </a:pPr>
            <a:r>
              <a:t>- Anand  Ramasamy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800" b="0" i="0">
                <a:latin typeface="Times New Roman"/>
              </a:defRPr>
            </a:pPr>
            <a:r>
              <a:t>Happy Work Anniversary.  Wishing you an even more exciting journey ahead!🎉 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30175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defRPr sz="1800" b="1" i="1">
                <a:solidFill>
                  <a:srgbClr val="FF0000"/>
                </a:solidFill>
                <a:latin typeface="Times New Roman"/>
              </a:defRPr>
            </a:pPr>
            <a:r>
              <a:t>- Chenthil Murugan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800" b="0" i="0">
                <a:latin typeface="Times New Roman"/>
              </a:defRPr>
            </a:pPr>
            <a:r>
              <a:t>Happy work anniversary! 🎉 Wishing you continued success and growth ahead.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18288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defRPr sz="1800" b="1" i="1">
                <a:solidFill>
                  <a:srgbClr val="FF0000"/>
                </a:solidFill>
                <a:latin typeface="Times New Roman"/>
              </a:defRPr>
            </a:pPr>
            <a:r>
              <a:t>- Sachin Issac Koilraj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800" b="0" i="0">
                <a:latin typeface="Times New Roman"/>
              </a:defRPr>
            </a:pPr>
            <a:r>
              <a:t>Happy 6th Work Anniversary! Your experience, leadership, and dedication continue to inspire us. Wishing you continued success and many more remarkable milestones ahead.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2560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defRPr sz="1800" b="1" i="1">
                <a:solidFill>
                  <a:srgbClr val="FF0000"/>
                </a:solidFill>
                <a:latin typeface="Times New Roman"/>
              </a:defRPr>
            </a:pPr>
            <a:r>
              <a:t>- Elamaran Karuppaiya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800" b="0" i="0">
                <a:latin typeface="Times New Roman"/>
              </a:defRPr>
            </a:pPr>
            <a:r>
              <a:t>Happy 6th Work Anniversary, kulanthai sir! Congratulations on this wonderful milestone! Thank you for being such a supportive and dependable. Wishing you continued success and happiness in the years ahead!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2560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defRPr sz="1800" b="1" i="1">
                <a:solidFill>
                  <a:srgbClr val="FF0000"/>
                </a:solidFill>
                <a:latin typeface="Times New Roman"/>
              </a:defRPr>
            </a:pPr>
            <a:r>
              <a:t>- Vengadesan Karuppaiyan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800" b="0" i="0">
                <a:latin typeface="Times New Roman"/>
              </a:defRPr>
            </a:pPr>
            <a:r>
              <a:t>Congratulations on your 6th Work Anniversary bro! Wishing you continued success, good health, and many more milestones. Keep up the great work!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22860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defRPr sz="1800" b="1" i="1">
                <a:solidFill>
                  <a:srgbClr val="FF0000"/>
                </a:solidFill>
                <a:latin typeface="Times New Roman"/>
              </a:defRPr>
            </a:pPr>
            <a:r>
              <a:t>- Rufus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800" b="0" i="0">
                <a:latin typeface="Times New Roman"/>
              </a:defRPr>
            </a:pPr>
            <a:r>
              <a:t>Happy Work Anniversary, Anna!. Wishing you an even more exciting journey ahead!🎉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22860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defRPr sz="1800" b="1" i="1">
                <a:solidFill>
                  <a:srgbClr val="FF0000"/>
                </a:solidFill>
                <a:latin typeface="Times New Roman"/>
              </a:defRPr>
            </a:pPr>
            <a:r>
              <a:t>- Sriman Kumarasami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800" b="0" i="0">
                <a:latin typeface="Times New Roman"/>
              </a:defRPr>
            </a:pPr>
            <a:r>
              <a:t>Happy Work Anniversary Anna! Wishing you continued success, growth, and many more achievements in the years ahead. Congratulations on this milestone!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22860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defRPr sz="1800" b="1" i="1">
                <a:solidFill>
                  <a:srgbClr val="FF0000"/>
                </a:solidFill>
                <a:latin typeface="Times New Roman"/>
              </a:defRPr>
            </a:pPr>
            <a:r>
              <a:t>- Pavithra Venkatesan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800" b="0" i="0">
                <a:latin typeface="Times New Roman"/>
              </a:defRPr>
            </a:pPr>
            <a:r>
              <a:t>Congratulations on six successful years with Entrans!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18288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defRPr sz="1800" b="1" i="1">
                <a:solidFill>
                  <a:srgbClr val="FF0000"/>
                </a:solidFill>
                <a:latin typeface="Times New Roman"/>
              </a:defRPr>
            </a:pPr>
            <a:r>
              <a:t>- Joe Dharsic Devadhas Jeba Pandian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800" b="0" i="0">
                <a:latin typeface="Times New Roman"/>
              </a:defRPr>
            </a:pPr>
            <a:r>
              <a:t>Happy workiversary anna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30175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defRPr sz="1800" b="1" i="1">
                <a:solidFill>
                  <a:srgbClr val="FF0000"/>
                </a:solidFill>
                <a:latin typeface="Times New Roman"/>
              </a:defRPr>
            </a:pPr>
            <a:r>
              <a:t>- Gavaskar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800" b="0" i="0">
                <a:latin typeface="Times New Roman"/>
              </a:defRPr>
            </a:pPr>
            <a:r>
              <a:t>Happy Work Anniversary Anna. Your loyalty, knowledge, and steady presence are the cornerstone of our success. Wishing you continued growth and happiness in your career.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2560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defRPr sz="1800" b="1" i="1">
                <a:solidFill>
                  <a:srgbClr val="FF0000"/>
                </a:solidFill>
                <a:latin typeface="Times New Roman"/>
              </a:defRPr>
            </a:pPr>
            <a:r>
              <a:t>- Kalimuthu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0" y="18288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6400" b="1" i="1">
                <a:solidFill>
                  <a:srgbClr val="FF0000"/>
                </a:solidFill>
                <a:latin typeface="Times New Roman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</Words>
  <Application>Microsoft Office PowerPoint</Application>
  <PresentationFormat>On-screen Show (16:9)</PresentationFormat>
  <Paragraphs>61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Century Gothic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Harihara Sudhan N</cp:lastModifiedBy>
  <cp:revision>2</cp:revision>
  <dcterms:modified xsi:type="dcterms:W3CDTF">2025-04-30T06:42:00Z</dcterms:modified>
</cp:coreProperties>
</file>