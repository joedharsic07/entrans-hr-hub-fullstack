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2" r:id="rId17"/>
    <p:sldId id="263" r:id="rId18"/>
    <p:sldId id="264" r:id="rId19"/>
    <p:sldId id="265" r:id="rId20"/>
    <p:sldId id="266" r:id="rId21"/>
    <p:sldId id="267" r:id="rId2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0a56cba2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0a56cba2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0a56cba2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0a56cba2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341608" y="45787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502658" y="4693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502658" y="4693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125" y="214125"/>
            <a:ext cx="1659648" cy="11067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/>
        </p:nvSpPr>
        <p:spPr>
          <a:xfrm>
            <a:off x="3198925" y="3483050"/>
            <a:ext cx="4104300" cy="75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0"/>
            <a:ext cx="765600" cy="2212500"/>
          </a:xfrm>
          <a:prstGeom prst="halfFrame">
            <a:avLst>
              <a:gd name="adj1" fmla="val 33333"/>
              <a:gd name="adj2" fmla="val 33333"/>
            </a:avLst>
          </a:prstGeom>
          <a:gradFill>
            <a:gsLst>
              <a:gs pos="0">
                <a:srgbClr val="EA454B"/>
              </a:gs>
              <a:gs pos="50000">
                <a:srgbClr val="FFC02B"/>
              </a:gs>
              <a:gs pos="100000">
                <a:srgbClr val="54AE5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 rot="10800000">
            <a:off x="8371550" y="2909150"/>
            <a:ext cx="765600" cy="2212500"/>
          </a:xfrm>
          <a:prstGeom prst="halfFrame">
            <a:avLst>
              <a:gd name="adj1" fmla="val 33333"/>
              <a:gd name="adj2" fmla="val 33333"/>
            </a:avLst>
          </a:prstGeom>
          <a:gradFill>
            <a:gsLst>
              <a:gs pos="0">
                <a:srgbClr val="EA454B"/>
              </a:gs>
              <a:gs pos="50000">
                <a:srgbClr val="FFC02B"/>
              </a:gs>
              <a:gs pos="100000">
                <a:srgbClr val="54AE5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8795" y="906275"/>
            <a:ext cx="2676275" cy="25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TextBox 57"/>
          <p:cNvSpPr txBox="1"/>
          <p:nvPr/>
        </p:nvSpPr>
        <p:spPr>
          <a:xfrm>
            <a:off x="2743200" y="32004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latin typeface="Times New Roman"/>
              </a:defRPr>
            </a:pPr>
            <a:r>
              <a:t>joe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125" y="61725"/>
            <a:ext cx="1659652" cy="120457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638775" y="3545525"/>
            <a:ext cx="4354500" cy="81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</a:t>
            </a:r>
            <a:endParaRPr sz="24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7575" y="853575"/>
            <a:ext cx="2952797" cy="269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2;p15">
            <a:extLst>
              <a:ext uri="{FF2B5EF4-FFF2-40B4-BE49-F238E27FC236}">
                <a16:creationId xmlns:a16="http://schemas.microsoft.com/office/drawing/2014/main" id="{51C88F54-AD4D-83FB-6600-3144E64FCC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1912" y="841889"/>
            <a:ext cx="2860175" cy="275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125" y="61725"/>
            <a:ext cx="1659652" cy="12045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2856450" y="3605025"/>
            <a:ext cx="4190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</a:t>
            </a:r>
            <a:endParaRPr sz="24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Google Shape;81;p16">
            <a:extLst>
              <a:ext uri="{FF2B5EF4-FFF2-40B4-BE49-F238E27FC236}">
                <a16:creationId xmlns:a16="http://schemas.microsoft.com/office/drawing/2014/main" id="{D4967910-1814-15E8-A7E6-6A686BBD0BF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2262" y="1065325"/>
            <a:ext cx="2299475" cy="23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125" y="214125"/>
            <a:ext cx="1659648" cy="11067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183913" y="3483050"/>
            <a:ext cx="4104300" cy="86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4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0" y="0"/>
            <a:ext cx="765600" cy="2212500"/>
          </a:xfrm>
          <a:prstGeom prst="halfFrame">
            <a:avLst>
              <a:gd name="adj1" fmla="val 33333"/>
              <a:gd name="adj2" fmla="val 33333"/>
            </a:avLst>
          </a:prstGeom>
          <a:gradFill>
            <a:gsLst>
              <a:gs pos="0">
                <a:srgbClr val="EA454B"/>
              </a:gs>
              <a:gs pos="50000">
                <a:srgbClr val="FFC02B"/>
              </a:gs>
              <a:gs pos="100000">
                <a:srgbClr val="54AE5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 rot="10800000">
            <a:off x="8371550" y="2909150"/>
            <a:ext cx="765600" cy="2212500"/>
          </a:xfrm>
          <a:prstGeom prst="halfFrame">
            <a:avLst>
              <a:gd name="adj1" fmla="val 33333"/>
              <a:gd name="adj2" fmla="val 33333"/>
            </a:avLst>
          </a:prstGeom>
          <a:gradFill>
            <a:gsLst>
              <a:gs pos="0">
                <a:srgbClr val="EA454B"/>
              </a:gs>
              <a:gs pos="50000">
                <a:srgbClr val="FFC02B"/>
              </a:gs>
              <a:gs pos="100000">
                <a:srgbClr val="54AE52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latin typeface="Times New Roman"/>
              </a:defRPr>
            </a:pPr>
            <a:r>
              <a:t>Congrats for your 1st work anniversary in Entrans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1800" b="1" i="1">
                <a:solidFill>
                  <a:srgbClr val="FF0000"/>
                </a:solidFill>
                <a:latin typeface="Times New Roman"/>
              </a:defRPr>
            </a:pPr>
            <a:r>
              <a:t>- Krishnaraj Rajagopal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latin typeface="Times New Roman"/>
              </a:defRPr>
            </a:pPr>
            <a:r>
              <a:t>Congratulations on your first work anniversary! Wishing you continued success and growth. You’ve been doing an amazing job — keep rocking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1800" b="1" i="1">
                <a:solidFill>
                  <a:srgbClr val="FF0000"/>
                </a:solidFill>
                <a:latin typeface="Times New Roman"/>
              </a:defRPr>
            </a:pPr>
            <a:r>
              <a:t>- Prabakaran Subramani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latin typeface="Times New Roman"/>
              </a:defRPr>
            </a:pPr>
            <a:r>
              <a:t>One year down, many more to go! Your hard work and dedication are truly appreciated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1800" b="1" i="1">
                <a:solidFill>
                  <a:srgbClr val="FF0000"/>
                </a:solidFill>
                <a:latin typeface="Times New Roman"/>
              </a:defRPr>
            </a:pPr>
            <a:r>
              <a:t>- Dilipkumar Selvaraj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latin typeface="Times New Roman"/>
              </a:defRPr>
            </a:pPr>
            <a:r>
              <a:t>Congrats for your first anniversary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1800" b="1" i="1">
                <a:solidFill>
                  <a:srgbClr val="FF0000"/>
                </a:solidFill>
                <a:latin typeface="Times New Roman"/>
              </a:defRPr>
            </a:pPr>
            <a:r>
              <a:t>- Prasath Govindaraj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latin typeface="Times New Roman"/>
              </a:defRPr>
            </a:pPr>
            <a:r>
              <a:t>Congratulations on your first work anniversary! Your dedication, hard work, and positive attitude have truly made a difference. Wishing you continued success and many more milestones ahead!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1800" b="1" i="1">
                <a:solidFill>
                  <a:srgbClr val="FF0000"/>
                </a:solidFill>
                <a:latin typeface="Times New Roman"/>
              </a:defRPr>
            </a:pPr>
            <a:r>
              <a:t>- Sangeetha Samuel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 i="0">
                <a:latin typeface="Times New Roman"/>
              </a:defRPr>
            </a:pPr>
            <a:r>
              <a:t>Congrats on your work anniversary, Karthi Bro! I hope the coming year brings more good work and steady progress.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defRPr sz="1800" b="1" i="1">
                <a:solidFill>
                  <a:srgbClr val="FF0000"/>
                </a:solidFill>
                <a:latin typeface="Times New Roman"/>
              </a:defRPr>
            </a:pPr>
            <a:r>
              <a:t>- Arumugavel Krishnamoorthi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6400" b="1" i="1">
                <a:solidFill>
                  <a:srgbClr val="FF0000"/>
                </a:solidFill>
                <a:latin typeface="Times New Roman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</Words>
  <Application>Microsoft Office PowerPoint</Application>
  <PresentationFormat>On-screen Show (16:9)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Harihara Sudhan N</cp:lastModifiedBy>
  <cp:revision>2</cp:revision>
  <dcterms:modified xsi:type="dcterms:W3CDTF">2025-04-30T06:42:00Z</dcterms:modified>
</cp:coreProperties>
</file>